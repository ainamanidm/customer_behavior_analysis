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F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 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 (73%)</c:v>
                </c:pt>
                <c:pt idx="1">
                  <c:v>Subscribers (27%)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</p:sp>
      <p:pic>
        <p:nvPicPr>
          <p:cNvPr id="5" name="Image 0" descr="/home/claude/dashboar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355080" y="274320"/>
            <a:ext cx="2651760" cy="1490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5029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274320" y="11430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74320" y="1783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274320" y="2651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3,900 Retail Purchase Transactions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" y="3246120"/>
            <a:ext cx="1325880" cy="822960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7432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737360" y="3246120"/>
            <a:ext cx="1325880" cy="822960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37360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3736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00400" y="3246120"/>
            <a:ext cx="1325880" cy="822960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0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20040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3246120"/>
            <a:ext cx="1325880" cy="822960"/>
          </a:xfrm>
          <a:prstGeom prst="rect">
            <a:avLst/>
          </a:prstGeom>
          <a:solidFill>
            <a:srgbClr val="2E86C1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3291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6344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PostgreSQL  ·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0515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356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structure, tools used, and methodology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73152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23444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43560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spend patterns, and demographic breakdown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94560"/>
            <a:ext cx="73152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68880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331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6700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vs. non-subscriber behavior and the gender gap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94560"/>
            <a:ext cx="73152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468880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331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67004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items, discount usage, and full-price sellers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429000"/>
            <a:ext cx="73152" cy="10515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703320"/>
            <a:ext cx="411480" cy="4114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3566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39044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visuals built for business exploration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429000"/>
            <a:ext cx="73152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70332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566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39044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priority action areas for the 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749040" cy="658368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0817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554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Transactions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749040" cy="658368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8541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9164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749040" cy="658368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626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91640" y="3108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Categories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 Covered: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· Purchase Info · Shopping Behavior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1605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435608"/>
            <a:ext cx="420624" cy="42062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1499616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57800" y="1353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5780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missing value imputation, feature engineering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2194560"/>
            <a:ext cx="41605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2350008"/>
            <a:ext cx="420624" cy="420624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414016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57800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25780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standardization, removed duplicate columns, created age_group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663440" y="3108960"/>
            <a:ext cx="41605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54880" y="3264408"/>
            <a:ext cx="420624" cy="42062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328416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57800" y="3182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5257800" y="3456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SQLAlchemy, ran 12 analytical SQL queries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4663440" y="4023360"/>
            <a:ext cx="4160520" cy="74980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54880" y="4178808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4242816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57800" y="4096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257800" y="4370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interactive dashboard for stakeholder exploration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KEY BUSINESS METRICS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29968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29844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$233,081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17007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41448" y="822960"/>
            <a:ext cx="202996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9144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41448" y="129844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441448" y="17007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08576" y="822960"/>
            <a:ext cx="2029968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91440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08576" y="129844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608576" y="17007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775704" y="822960"/>
            <a:ext cx="2029968" cy="1188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91440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75704" y="129844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775704" y="1700784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274320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2487168"/>
          <a:ext cx="4114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754880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2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754880" y="2487168"/>
          <a:ext cx="4114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SUBSCRIPTION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Split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480560" y="777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434840" y="1097280"/>
            <a:ext cx="44348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34840" y="1097280"/>
            <a:ext cx="64008" cy="8046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0288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subscribe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90288" y="14447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of 3,900 customers are subscribers — a significant unconverted majority.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434840" y="2057400"/>
            <a:ext cx="44348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05740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spend levels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90288" y="2404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avg $59.49 vs. $59.87 for non-subscribers. Subscriptions drive loyalty, not higher spend.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34840" y="3017520"/>
            <a:ext cx="44348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3017520"/>
            <a:ext cx="64008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90288" y="3081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but not subscribed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90288" y="33649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2,339 customers are Loyal (21+ purchases), yet only 958 repeat buyers subscribe — a major gap.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34840" y="3977640"/>
            <a:ext cx="443484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3977640"/>
            <a:ext cx="64008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90288" y="4041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female subscribers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90288" y="43251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1,053 subscribers are male. No female customer holds a subscription — a clear conversion failure.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PRODUCT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78992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Rated Products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84448"/>
          <a:ext cx="4114800" cy="132588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22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3.86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3.84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3.82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3.80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3.78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663440" y="804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Usage vs. Full Price Sales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63440" y="11155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Discounted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137160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371600"/>
            <a:ext cx="960120" cy="365760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7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0016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86400" y="1463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63440" y="184708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63440" y="1847088"/>
            <a:ext cx="940918" cy="365760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7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00016" y="1938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0" y="1938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2322576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63440" y="2322576"/>
            <a:ext cx="940918" cy="365760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7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00016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48640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663440" y="2798064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63440" y="2798064"/>
            <a:ext cx="921715" cy="365760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7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00016" y="2889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486400" y="28895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63440" y="3273552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63440" y="3273552"/>
            <a:ext cx="902513" cy="365760"/>
          </a:xfrm>
          <a:prstGeom prst="rect">
            <a:avLst/>
          </a:prstGeom>
          <a:solidFill>
            <a:srgbClr val="E63946">
              <a:alpha val="70000"/>
            </a:srgbClr>
          </a:solidFill>
          <a:ln w="12700">
            <a:solidFill>
              <a:srgbClr val="E63946">
                <a:alpha val="7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00016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486400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858000" y="1115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at Full Price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858000" y="1371600"/>
            <a:ext cx="1965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858000" y="1371600"/>
            <a:ext cx="1317193" cy="3657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894576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726680" y="1463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858000" y="1847088"/>
            <a:ext cx="1965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858000" y="1847088"/>
            <a:ext cx="1297534" cy="3657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94576" y="1938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7726680" y="1938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858000" y="2322576"/>
            <a:ext cx="1965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858000" y="2322576"/>
            <a:ext cx="1238555" cy="3657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894576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72668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6858000" y="2798064"/>
            <a:ext cx="1965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858000" y="2798064"/>
            <a:ext cx="1199236" cy="3657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894576" y="2889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726680" y="28895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858000" y="3273552"/>
            <a:ext cx="1965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858000" y="3273552"/>
            <a:ext cx="1179576" cy="365760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894576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726680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CUSTOMER SEGMENTATION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33832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previous purchases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engagement tier. Priority for acquisition campaigns.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822960"/>
            <a:ext cx="2743200" cy="33832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4612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24612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03320" y="2377440"/>
            <a:ext cx="1828800" cy="2743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6–20 previous purchases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3090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shoppers — prime candidates for subscription conversion.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822960"/>
            <a:ext cx="274320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2,339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17220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2377440"/>
            <a:ext cx="1828800" cy="2743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previous purchases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30906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 base. Yet only 958 of these subscribe.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315968"/>
            <a:ext cx="850392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25696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43708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2,339 Loyal customers exist, but only 958 subscribe. Converting even 30% of the remaining Loyal non-subscribers would add ~400 new subscribers immediately.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POWER BI DASHBOARD</a:t>
            </a:r>
            <a:endParaRPr lang="en-US" sz="1800" dirty="0"/>
          </a:p>
        </p:txBody>
      </p:sp>
      <p:pic>
        <p:nvPicPr>
          <p:cNvPr id="4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04672"/>
            <a:ext cx="6217920" cy="3493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914400"/>
            <a:ext cx="2148840" cy="868680"/>
          </a:xfrm>
          <a:prstGeom prst="rect">
            <a:avLst/>
          </a:prstGeom>
          <a:solidFill>
            <a:srgbClr val="1B4F8A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20840" y="91440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0" y="1298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spend, ratings &amp; volume at a glance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20840" y="1938528"/>
            <a:ext cx="2148840" cy="868680"/>
          </a:xfrm>
          <a:prstGeom prst="rect">
            <a:avLst/>
          </a:prstGeom>
          <a:solidFill>
            <a:srgbClr val="1B4F8A">
              <a:alpha val="50000"/>
            </a:srgbClr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0840" y="1938528"/>
            <a:ext cx="64008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2029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 Charts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3225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donut &amp; comparison charts for all key metrics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20840" y="2962656"/>
            <a:ext cx="2148840" cy="868680"/>
          </a:xfrm>
          <a:prstGeom prst="rect">
            <a:avLst/>
          </a:prstGeom>
          <a:solidFill>
            <a:srgbClr val="1B4F8A">
              <a:alpha val="5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0840" y="2962656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3054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Slicers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33467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gender, category, shipping &amp; subscription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20840" y="3986784"/>
            <a:ext cx="2148840" cy="868680"/>
          </a:xfrm>
          <a:prstGeom prst="rect">
            <a:avLst/>
          </a:prstGeom>
          <a:solidFill>
            <a:srgbClr val="1B4F8A">
              <a:alpha val="5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0840" y="3986784"/>
            <a:ext cx="64008" cy="868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Insight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0" y="43708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by Female instantly shows zero subscribers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20040" y="44074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interactive stakeholder exploration — no SQL required.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163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816352" cy="9144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20700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81051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Subscription Program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3774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" y="23591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2,339 Loyal customers not yet subscribed with a direct conversion campaign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10896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6656" y="30906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female-targeted subscription offer — currently 0% of female customers subscribe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84048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6656" y="38221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the subscription value around exclusive perks, not spend increases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3218688" y="804672"/>
            <a:ext cx="28163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218688" y="804672"/>
            <a:ext cx="2816352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218688" y="82296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1207008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28416" y="181051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Pricing &amp; Discounting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237744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21024" y="23591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full-price products: Socks (67%), Blouses (66%), Sandals (63%) — don't discount these</a:t>
            </a:r>
            <a:endParaRPr lang="en-US" sz="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10896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621024" y="30906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Hats, Sneakers &amp; Coats — ~50% of purchases need a discount to convert</a:t>
            </a:r>
            <a:endParaRPr lang="en-US" sz="9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416" y="384048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21024" y="38221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premium loyalty tier for high-spend discount users who still spend above average</a:t>
            </a:r>
            <a:endParaRPr lang="en-US" sz="950" dirty="0"/>
          </a:p>
        </p:txBody>
      </p:sp>
      <p:sp>
        <p:nvSpPr>
          <p:cNvPr id="26" name="Shape 16"/>
          <p:cNvSpPr/>
          <p:nvPr/>
        </p:nvSpPr>
        <p:spPr>
          <a:xfrm>
            <a:off x="6163056" y="804672"/>
            <a:ext cx="28163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7"/>
          <p:cNvSpPr/>
          <p:nvPr/>
        </p:nvSpPr>
        <p:spPr>
          <a:xfrm>
            <a:off x="6163056" y="804672"/>
            <a:ext cx="2816352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6163056" y="82296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2632" y="1207008"/>
            <a:ext cx="438912" cy="43891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272784" y="1810512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Targeting</a:t>
            </a:r>
            <a:endParaRPr lang="en-US" sz="115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2377440"/>
            <a:ext cx="228600" cy="2286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565392" y="235915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Young Adult marketing — highest revenue group at $62,143</a:t>
            </a:r>
            <a:endParaRPr lang="en-US" sz="9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2784" y="3108960"/>
            <a:ext cx="228600" cy="2286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565392" y="309067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first-purchase incentives to grow the 11% New customer segment</a:t>
            </a:r>
            <a:endParaRPr lang="en-US" sz="9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3840480"/>
            <a:ext cx="228600" cy="2286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565392" y="3822192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digital-first channels (social, influencer) to reach younger demographics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  ·  3,900 Transactions  ·  Python + PostgreSQL + Power BI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691640" cy="1005840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1691640" cy="1005840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011680"/>
            <a:ext cx="1691640" cy="1005840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2011680"/>
            <a:ext cx="1691640" cy="1005840"/>
          </a:xfrm>
          <a:prstGeom prst="rect">
            <a:avLst/>
          </a:prstGeom>
          <a:solidFill>
            <a:srgbClr val="1B4F8A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0848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75120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Subscribers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2461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Priority Actions: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Convert Loyal non-subscribers  </a:t>
            </a:r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Protect full-price products  </a:t>
            </a:r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Target female customers for subscription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Analysis</dc:title>
  <dc:subject>PptxGenJS Presentation</dc:subject>
  <dc:creator>Data Analysis Project</dc:creator>
  <cp:lastModifiedBy>Data Analysis Project</cp:lastModifiedBy>
  <cp:revision>1</cp:revision>
  <dcterms:created xsi:type="dcterms:W3CDTF">2026-02-19T13:23:16Z</dcterms:created>
  <dcterms:modified xsi:type="dcterms:W3CDTF">2026-02-19T13:23:16Z</dcterms:modified>
</cp:coreProperties>
</file>